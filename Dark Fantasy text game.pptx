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0e45efbd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0e45efbd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0e45efbd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0e45efbd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0e45efbd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0e45efbd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0e45efbd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0e45efbd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tackoverflow.com/questions/60593092/two-methods-for-building-and-displaying-rooms-in-a-text-rpg-game-using-python" TargetMode="External"/><Relationship Id="rId4" Type="http://schemas.openxmlformats.org/officeDocument/2006/relationships/hyperlink" Target="https://stackoverflow.com/questions/9536714/python-save-to-file" TargetMode="External"/><Relationship Id="rId5" Type="http://schemas.openxmlformats.org/officeDocument/2006/relationships/hyperlink" Target="https://medium.com/@rasyaaalif/understanding-simple-turn-based-role-playing-game-using-random-and-looping-in-python-fab0ac374a5f" TargetMode="External"/><Relationship Id="rId6" Type="http://schemas.openxmlformats.org/officeDocument/2006/relationships/hyperlink" Target="https://docs.python.org/3/tutorial/classes.html" TargetMode="External"/><Relationship Id="rId7" Type="http://schemas.openxmlformats.org/officeDocument/2006/relationships/hyperlink" Target="https://realpython.com/read-write-files-python/" TargetMode="External"/><Relationship Id="rId8" Type="http://schemas.openxmlformats.org/officeDocument/2006/relationships/hyperlink" Target="https://www.w3schools.com/python/python_for_loop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Fantasy text game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adam bysarovich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and purpose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would be a text based game that is based on dark fantasy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 wanted to learn how to make games for my whole life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 included alot but 3 functions are user input, oop, and </a:t>
            </a:r>
            <a:r>
              <a:rPr lang="en" sz="1800"/>
              <a:t>dictionary</a:t>
            </a:r>
            <a:endParaRPr sz="18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Timeline, </a:t>
            </a:r>
            <a:r>
              <a:rPr lang="en"/>
              <a:t>realistic</a:t>
            </a:r>
            <a:r>
              <a:rPr lang="en"/>
              <a:t> scope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 worked on this for several weeks just preparing for what i need and learning new functions for the code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Realistic scope is hard to tell how long i worked on just coding because i was researching so much as well. </a:t>
            </a:r>
            <a:r>
              <a:rPr lang="en" sz="1800"/>
              <a:t>About</a:t>
            </a:r>
            <a:r>
              <a:rPr lang="en" sz="1800"/>
              <a:t> an estimate of 18 hours with research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Biting off more than i can chew with what i need for the game to work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Time limit as well because learning new </a:t>
            </a:r>
            <a:r>
              <a:rPr lang="en" sz="1800"/>
              <a:t>functions</a:t>
            </a:r>
            <a:r>
              <a:rPr lang="en" sz="1800"/>
              <a:t> on your own isn’t easy.</a:t>
            </a:r>
            <a:endParaRPr sz="18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esources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https://stackoverflow.com/questions/60593092/two-methods-for-building-and-displaying-rooms-in-a-text-rpg-game-using-python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https://stackoverflow.com/questions/9536714/python-save-to-file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https://medium.com/@rasyaaalif/understanding-simple-turn-based-role-playing-game-using-random-and-looping-in-python-fab0ac374a5f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https://docs.python.org/3/tutorial/classes.html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https://realpython.com/read-write-files-python/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https://www.w3schools.com/python/python_for_loops.asp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well as old and new notes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